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4"/>
    <p:restoredTop sz="94637"/>
  </p:normalViewPr>
  <p:slideViewPr>
    <p:cSldViewPr snapToGrid="0">
      <p:cViewPr varScale="1">
        <p:scale>
          <a:sx n="103" d="100"/>
          <a:sy n="103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820257" y="510774"/>
            <a:ext cx="4540117" cy="926611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510774"/>
            <a:ext cx="4241343" cy="926611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407756" y="6003429"/>
            <a:ext cx="4285954" cy="37532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413409" y="510774"/>
            <a:ext cx="4285953" cy="54097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86190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88734" y="8848072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6568931" y="8961511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449554" y="8102516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412710" y="8288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203913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9815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617769" y="5192644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51545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516195" y="519264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2220375" y="405716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802777" y="404824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3718775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500106"/>
            <a:ext cx="501041" cy="38097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863002" y="8006670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677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16200000" flipH="1">
            <a:off x="5224642" y="7778234"/>
            <a:ext cx="447570" cy="93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273538" y="8706039"/>
            <a:ext cx="361413" cy="233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6016743" y="7299185"/>
            <a:ext cx="552188" cy="1922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418015" y="7480901"/>
            <a:ext cx="543416" cy="6998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548207" y="8169900"/>
            <a:ext cx="1402411" cy="18081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16200000" flipH="1">
            <a:off x="1969788" y="8610340"/>
            <a:ext cx="466334" cy="913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>
            <a:off x="7087717" y="1088724"/>
            <a:ext cx="2324993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376382" y="82880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832556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450282" y="10887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666389" y="1577416"/>
            <a:ext cx="632923" cy="1753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904949" y="2666973"/>
            <a:ext cx="331166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2299045"/>
            <a:ext cx="959904" cy="21446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03108" y="647069"/>
            <a:ext cx="690493" cy="2093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2299045"/>
            <a:ext cx="1231421" cy="7934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358723" y="404683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71375"/>
            <a:ext cx="1251287" cy="107233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388093" y="3557417"/>
            <a:ext cx="675459" cy="3033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626797" y="2603099"/>
            <a:ext cx="694448" cy="219302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348117" y="3325833"/>
            <a:ext cx="695863" cy="74896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2052455" y="3370462"/>
            <a:ext cx="704783" cy="668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318279" y="2299045"/>
            <a:ext cx="2046" cy="2893599"/>
          </a:xfrm>
          <a:prstGeom prst="curvedConnector4">
            <a:avLst>
              <a:gd name="adj1" fmla="val -11173021"/>
              <a:gd name="adj2" fmla="val 8306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784904" y="4659269"/>
            <a:ext cx="625980" cy="4407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507639" y="4378719"/>
            <a:ext cx="624565" cy="100328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365990" y="4523652"/>
            <a:ext cx="624565" cy="7134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2079249" y="4532731"/>
            <a:ext cx="615645" cy="7041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634097" y="73544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621571" y="832824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892821" y="4918810"/>
            <a:ext cx="501041" cy="41461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601236" y="6190002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5400000">
            <a:off x="10919644" y="8095003"/>
            <a:ext cx="453952" cy="125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338737" y="5493759"/>
            <a:ext cx="477528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480387" y="5550366"/>
            <a:ext cx="477528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749211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773558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64880" y="1566824"/>
            <a:ext cx="412219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58578" y="1549012"/>
            <a:ext cx="387872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327252" y="2436500"/>
            <a:ext cx="1425387" cy="113916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409285" y="2469283"/>
            <a:ext cx="1449734" cy="104925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4685148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881483" y="3957104"/>
            <a:ext cx="446543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4716609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07992" y="3940138"/>
            <a:ext cx="478004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110581" y="2338161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2033473"/>
            <a:ext cx="488517" cy="3046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48153" y="2642437"/>
            <a:ext cx="536310" cy="20741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233416" y="3322823"/>
            <a:ext cx="772063" cy="198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oughnut 3">
            <a:extLst>
              <a:ext uri="{FF2B5EF4-FFF2-40B4-BE49-F238E27FC236}">
                <a16:creationId xmlns:a16="http://schemas.microsoft.com/office/drawing/2014/main" id="{4747E936-88FD-FAD4-925C-7EBC74E19678}"/>
              </a:ext>
            </a:extLst>
          </p:cNvPr>
          <p:cNvSpPr/>
          <p:nvPr/>
        </p:nvSpPr>
        <p:spPr>
          <a:xfrm>
            <a:off x="4676708" y="8454240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FFD59652-D028-07BF-1DE0-E01541D9386B}"/>
              </a:ext>
            </a:extLst>
          </p:cNvPr>
          <p:cNvSpPr/>
          <p:nvPr/>
        </p:nvSpPr>
        <p:spPr>
          <a:xfrm>
            <a:off x="6301713" y="8462407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FD3FC578-630B-C8A3-0233-F5DE2B71CCD6}"/>
              </a:ext>
            </a:extLst>
          </p:cNvPr>
          <p:cNvSpPr/>
          <p:nvPr/>
        </p:nvSpPr>
        <p:spPr>
          <a:xfrm>
            <a:off x="7231896" y="7727551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Doughnut 6">
            <a:extLst>
              <a:ext uri="{FF2B5EF4-FFF2-40B4-BE49-F238E27FC236}">
                <a16:creationId xmlns:a16="http://schemas.microsoft.com/office/drawing/2014/main" id="{8872300E-C565-F17B-E75B-7BDB3489682A}"/>
              </a:ext>
            </a:extLst>
          </p:cNvPr>
          <p:cNvSpPr/>
          <p:nvPr/>
        </p:nvSpPr>
        <p:spPr>
          <a:xfrm>
            <a:off x="4678493" y="4383742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</TotalTime>
  <Words>167</Words>
  <Application>Microsoft Macintosh PowerPoint</Application>
  <PresentationFormat>Custom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5</cp:revision>
  <dcterms:created xsi:type="dcterms:W3CDTF">2025-12-26T23:46:41Z</dcterms:created>
  <dcterms:modified xsi:type="dcterms:W3CDTF">2025-12-27T13:48:23Z</dcterms:modified>
</cp:coreProperties>
</file>